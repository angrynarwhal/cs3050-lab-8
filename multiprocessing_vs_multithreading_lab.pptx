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Lab: Multiprocessing vs Multithreading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CS 3050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Understand multiprocessing and multithreading.</a:t>
            </a:r>
          </a:p>
          <a:p>
            <a:r>
              <a:t>Use fork() to create and manage child processes.</a:t>
            </a:r>
          </a:p>
          <a:p>
            <a:r>
              <a:t>Use pthreads to create and manage threads.</a:t>
            </a:r>
          </a:p>
          <a:p>
            <a:r>
              <a:t>Compare performance between both approaches.</a:t>
            </a:r>
          </a:p>
          <a:p>
            <a:r>
              <a:t>Identify use cases and limitations of 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Part 1: multiprocessing.c – Create N processes with fork().</a:t>
            </a:r>
          </a:p>
          <a:p>
            <a:r>
              <a:t>Part 2: multithreading.c – Create N threads with pthreads.</a:t>
            </a:r>
          </a:p>
          <a:p>
            <a:r>
              <a:t>Part 3: Compare performance using timing functions.</a:t>
            </a:r>
          </a:p>
          <a:p>
            <a:r>
              <a:t>Part 4: Answer reflection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multiprocessing.c</a:t>
            </a:r>
          </a:p>
          <a:p>
            <a:r>
              <a:t>multithreading.c</a:t>
            </a:r>
          </a:p>
          <a:p>
            <a:r>
              <a:t>performance.txt</a:t>
            </a:r>
          </a:p>
          <a:p>
            <a:r>
              <a:t>reflection.txt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Compiling with pthread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 `#include &lt;pthread.h&gt;` in your code.</a:t>
            </a:r>
          </a:p>
          <a:p>
            <a:r>
              <a:t>Compile using: gcc -pthread multithreading.c -o multithreading</a:t>
            </a:r>
          </a:p>
          <a:p>
            <a:r>
              <a:t>Alternative: gcc multithreading.c -o multithreading -lpthread</a:t>
            </a:r>
          </a:p>
          <a:p>
            <a:r>
              <a:t>Run example: ./multithreading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for Windows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`</a:t>
            </a:r>
            <a:r>
              <a:rPr dirty="0" err="1"/>
              <a:t>pthread</a:t>
            </a:r>
            <a:r>
              <a:rPr dirty="0"/>
              <a:t>` is not available by default on Windows.</a:t>
            </a:r>
          </a:p>
          <a:p>
            <a:r>
              <a:rPr dirty="0"/>
              <a:t>Recommended: Use WSL (Windows Subsystem for Linux).</a:t>
            </a:r>
          </a:p>
          <a:p>
            <a:r>
              <a:rPr dirty="0"/>
              <a:t>Or use a Linux VM </a:t>
            </a:r>
            <a:r>
              <a:rPr lang="en-US" dirty="0"/>
              <a:t>or Hellbender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</Words>
  <Application>Microsoft Macintosh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Lab: Multiprocessing vs Multithreading in C</vt:lpstr>
      <vt:lpstr>Lab Objectives</vt:lpstr>
      <vt:lpstr>Lab Tasks</vt:lpstr>
      <vt:lpstr>Deliverables</vt:lpstr>
      <vt:lpstr>Compiling with pthread</vt:lpstr>
      <vt:lpstr>Notes for Windows Users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Sean Goggins </cp:lastModifiedBy>
  <cp:revision>2</cp:revision>
  <dcterms:created xsi:type="dcterms:W3CDTF">2013-01-27T09:14:16Z</dcterms:created>
  <dcterms:modified xsi:type="dcterms:W3CDTF">2025-05-01T15:31:25Z</dcterms:modified>
  <cp:category/>
</cp:coreProperties>
</file>