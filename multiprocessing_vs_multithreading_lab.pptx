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Lab: Multiprocessing vs Multithreading in C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CS 3050: Systems Programming – College Juniors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Lab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Understand multiprocessing and multithreading.</a:t>
            </a:r>
          </a:p>
          <a:p>
            <a:pPr/>
            <a:r>
              <a:t>Use fork() to create and manage child processes.</a:t>
            </a:r>
          </a:p>
          <a:p>
            <a:pPr/>
            <a:r>
              <a:t>Use pthreads to create and manage threads.</a:t>
            </a:r>
          </a:p>
          <a:p>
            <a:pPr/>
            <a:r>
              <a:t>Compare performance between both approaches.</a:t>
            </a:r>
          </a:p>
          <a:p>
            <a:pPr/>
            <a:r>
              <a:t>Identify use cases and limitations of each.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Lab Tasks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Part 1: multiprocessing.c – Create N processes with fork().</a:t>
            </a:r>
          </a:p>
          <a:p>
            <a:pPr/>
            <a:r>
              <a:t>Part 2: multithreading.c – Create N threads with pthreads.</a:t>
            </a:r>
          </a:p>
          <a:p>
            <a:pPr/>
            <a:r>
              <a:t>Part 3: Compare performance using timing functions.</a:t>
            </a:r>
          </a:p>
          <a:p>
            <a:pPr/>
            <a:r>
              <a:t>Part 4: Answer reflection questions.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Deliverables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multiprocessing.c</a:t>
            </a:r>
          </a:p>
          <a:p>
            <a:pPr/>
            <a:r>
              <a:t>multithreading.c</a:t>
            </a:r>
          </a:p>
          <a:p>
            <a:pPr/>
            <a:r>
              <a:t>performance.txt</a:t>
            </a:r>
          </a:p>
          <a:p>
            <a:pPr/>
            <a:r>
              <a:t>reflection.txt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Compiling with pthread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Use `#include &lt;pthread.h&gt;` in your code.</a:t>
            </a:r>
          </a:p>
          <a:p>
            <a:pPr/>
            <a:r>
              <a:t>Compile using: gcc -pthread multithreading.c -o multithreading</a:t>
            </a:r>
          </a:p>
          <a:p>
            <a:pPr/>
            <a:r>
              <a:t>Alternative: gcc multithreading.c -o multithreading -lpthread</a:t>
            </a:r>
          </a:p>
          <a:p>
            <a:pPr/>
            <a:r>
              <a:t>Run example: ./multithreading 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Notes for Windows Users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`pthread` is not available by default on Windows.</a:t>
            </a:r>
          </a:p>
          <a:p>
            <a:pPr/>
            <a:r>
              <a:t>Recommended: Use WSL (Windows Subsystem for Linux).</a:t>
            </a:r>
          </a:p>
          <a:p>
            <a:pPr/>
            <a:r>
              <a:t>Or use a Linux VM or university lab machine.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